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61" r:id="rId3"/>
    <p:sldId id="262" r:id="rId4"/>
    <p:sldId id="259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22"/>
  </p:normalViewPr>
  <p:slideViewPr>
    <p:cSldViewPr snapToGrid="0">
      <p:cViewPr varScale="1">
        <p:scale>
          <a:sx n="93" d="100"/>
          <a:sy n="93" d="100"/>
        </p:scale>
        <p:origin x="20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334517-DCAC-AE42-A300-68BB3DB867B1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88322-C01F-414B-9CEB-AA0E504C7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84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88322-C01F-414B-9CEB-AA0E504C7D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627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51DA-5952-1F47-932B-04ED2AE0F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149B28-8515-8EAC-E8AA-D68794001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C4B95-29BC-A70A-4F55-D5D105CFE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A453E8-077D-E16A-AA44-D8CDAB276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88322-C01F-414B-9CEB-AA0E504C7D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36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52FBA-E42B-2016-E05F-EEF7C13FE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EF7A0-3323-5147-3A88-FB3266E6D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C6B9C-CEC8-1EB9-5FCB-D47C81A7E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A76B7-00C4-D721-5B3A-7E96D9BF3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DF662-154A-7467-E941-EE99B7F0A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211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CF943-6D6F-6F29-3E61-51C75F530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38034-86D6-94CD-5B9A-3BC5EC1FC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E8848-69C3-F8F2-5F65-8E5AD6F05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690B1-AF77-5C22-2D8F-94ED7AFF6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FDF0A-4757-6BEE-E767-7F1AA99F5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815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9418-93CD-3655-B28D-0BC141DFD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7AF121-A400-65B2-9BB6-D80E6F16B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A5E61-31FF-A209-00C4-2CA883F0B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40441-4892-7094-3106-CAC0D3EFD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924F0-588E-0A0A-E27E-92616595A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98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069B7-7592-AD92-18A2-D3B0EB59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F9CE2-7D96-FE74-A82D-A95AD39F6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8A8C3-5E7B-12B9-8BE7-BC3F5BA77C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CD772B-8764-2157-BD5F-550AEA29B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55838-3384-2B1E-839A-0F780334A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7F6DA-31AE-E8ED-F1B9-1152D0A54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28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BA834-7868-533B-224E-7C1719F0C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1A2B8-8F30-49C0-A923-AB5214CC0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0DA60B-FFAA-A329-0A10-903242B26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F4FFF5-6113-C77A-AAF1-484C503A35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A9D27A-1E71-46A8-25BA-456A6ED3C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66BBF6-5FCE-ACFD-8AB9-EA3681D6B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C07A3F-9FC3-786A-9537-42255780B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178D1-CF60-02C6-0B2C-F06E5876A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630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1EF50-E5D9-04C5-6230-7F2F9CBA8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2AB9DD-970B-EBD9-5A42-E06883CA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72787E-6BA7-9803-7FA7-A1E19BD89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D34D62-04A7-A0A3-92CD-02799C9B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28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69C743-2173-D6B0-C8E4-8AD79D7B8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D3F5E9-FD83-26A7-B8C1-78BA77C87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6D787-8AB1-EA9E-7CBF-B4534331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70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A663-B139-3719-2976-432DD8893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636C5-B167-3DDC-F7DC-1EEA0F91B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C47D6-B4B1-0235-A2B5-6E302E1D9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7713C0-3FB3-0DE3-646A-6AE4B954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EBD0FA-35C6-9261-3B1A-DE4991580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92347E-51A2-AC03-F316-B7E83DCB3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640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02274-9C4E-8A19-45E7-0712EE5F4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295FCF-7326-5E1D-C726-B7C318A72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C4B580-D589-5CF2-98F4-DE113CC70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9E2BF0-A489-BDCD-0295-8412FCEDB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76190-1124-3659-0BBB-407019CB0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ED09DA-B2C3-31D6-3EB9-AFE097ED9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11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901D9-C552-6F23-AC98-250B0E4C6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BEA8AA-9060-5352-A033-CECAE9CF4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0F6E7-D9CD-BF57-B473-A0B22B878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F253D-8114-B639-CD07-B71DFDDD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B3992-F069-40F9-884E-8A12D611A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564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25CFF-2E59-921F-777A-C9C1224EE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F2A3F3-6FD2-D2F9-6E03-DC5598909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548BF-B595-59FA-C3CC-9D2231EA0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0D27B-46AC-9C91-A927-DB137A5B1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90922-847D-DE73-F17D-EC444E346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521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97B9B-3015-B2A9-BE92-1AC8E68E9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036CD-3CB0-A3BE-1E9C-7468E7EB1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A71EA-6C04-8434-EEDE-0696B907B4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329C40-9C10-A140-8770-7B2396172D36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5512F-4326-0C1C-B68A-96B089979C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B2C9E-70CD-291B-7413-1769EB7A96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FFCD5-9C26-2F45-8D95-17777EBE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526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B376C-E4A7-AEEE-C288-80083345E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cell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1F922-4BB6-F456-6F4F-B439F693A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343 cell (7*7*7 periodic system)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Tolerance: 1 e -6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Task: increase stress by 2.5% of original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612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08C24-BC01-526D-6044-57244CA38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6F44F-ED4A-3CFF-5F09-85967E4F7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cell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07A31-D596-D8C3-C7EA-2E35142A8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343 cell (7*7*7 periodic system)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Tolerance: 1 e -6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Task: increase stress by 2.5% of original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278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91D4F-B8CB-7179-F676-D991AB08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6" y="0"/>
            <a:ext cx="3054335" cy="3429000"/>
          </a:xfrm>
          <a:prstGeom prst="rect">
            <a:avLst/>
          </a:prstGeom>
        </p:spPr>
      </p:pic>
      <p:pic>
        <p:nvPicPr>
          <p:cNvPr id="6" name="Picture 5" descr="A graph of a normalized cost&#10;&#10;AI-generated content may be incorrect.">
            <a:extLst>
              <a:ext uri="{FF2B5EF4-FFF2-40B4-BE49-F238E27FC236}">
                <a16:creationId xmlns:a16="http://schemas.microsoft.com/office/drawing/2014/main" id="{AF6B5E9E-7950-7162-8D77-4FBD68356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8199" y="2958218"/>
            <a:ext cx="3595527" cy="3595527"/>
          </a:xfrm>
          <a:prstGeom prst="rect">
            <a:avLst/>
          </a:prstGeom>
        </p:spPr>
      </p:pic>
      <p:pic>
        <p:nvPicPr>
          <p:cNvPr id="8" name="Picture 7" descr="A graph with a blue line&#10;&#10;AI-generated content may be incorrect.">
            <a:extLst>
              <a:ext uri="{FF2B5EF4-FFF2-40B4-BE49-F238E27FC236}">
                <a16:creationId xmlns:a16="http://schemas.microsoft.com/office/drawing/2014/main" id="{31BFEB6A-0585-4972-E32B-259CC5E69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890" y="0"/>
            <a:ext cx="3124745" cy="3124745"/>
          </a:xfrm>
          <a:prstGeom prst="rect">
            <a:avLst/>
          </a:prstGeom>
        </p:spPr>
      </p:pic>
      <p:pic>
        <p:nvPicPr>
          <p:cNvPr id="10" name="Picture 9" descr="A graph of a normalized line&#10;&#10;AI-generated content may be incorrect.">
            <a:extLst>
              <a:ext uri="{FF2B5EF4-FFF2-40B4-BE49-F238E27FC236}">
                <a16:creationId xmlns:a16="http://schemas.microsoft.com/office/drawing/2014/main" id="{EA4844F4-64FB-8B91-B05D-3B9CE09DCB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624" y="2958217"/>
            <a:ext cx="3574237" cy="3574237"/>
          </a:xfrm>
          <a:prstGeom prst="rect">
            <a:avLst/>
          </a:prstGeom>
        </p:spPr>
      </p:pic>
      <p:pic>
        <p:nvPicPr>
          <p:cNvPr id="12" name="Picture 11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D6604546-2B71-EA04-8549-378961D2D1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1633" y="94322"/>
            <a:ext cx="2863896" cy="28638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18C6F1-AE1A-1E0C-36B2-A686CC891CBC}"/>
              </a:ext>
            </a:extLst>
          </p:cNvPr>
          <p:cNvSpPr txBox="1"/>
          <p:nvPr/>
        </p:nvSpPr>
        <p:spPr>
          <a:xfrm>
            <a:off x="471055" y="3595255"/>
            <a:ext cx="283439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Typical Failure Mode: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Cost plateaus to  some high value.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indicates a failure of the clamping procedure. (The desired pattern is inconsistent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687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BBC92-1B19-75BA-1401-60E53D5E7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3388E-E262-242E-DCBA-2B1137A38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A/B, Single cell each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83D4-A8D6-D0C8-AA4C-A5703BC3A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343 cell (7*7*7 periodic system)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Tolerance: 1 e - 5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Task: </a:t>
            </a:r>
          </a:p>
          <a:p>
            <a:pPr marL="0" indent="0">
              <a:buNone/>
            </a:pPr>
            <a:r>
              <a:rPr lang="en-US" dirty="0"/>
              <a:t>in each pattern, increase stress by 2.5% from original.</a:t>
            </a:r>
          </a:p>
          <a:p>
            <a:pPr marL="0" indent="0">
              <a:buNone/>
            </a:pPr>
            <a:r>
              <a:rPr lang="en-US" dirty="0"/>
              <a:t>Reduce distance between each pattern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12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636EF6-F4F2-6557-B6E1-6C4AAB9C2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38485" y="273916"/>
            <a:ext cx="2518574" cy="25247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245074-AD5A-3707-E196-C7A14AFA02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4235" y="273916"/>
            <a:ext cx="2613550" cy="2760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9B717A-60A0-0F2A-14A4-CD513E049D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8910" y="4576135"/>
            <a:ext cx="1918856" cy="19188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51DD9E-0995-B877-D9BD-A78CF66B0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373" y="2625437"/>
            <a:ext cx="1918856" cy="1918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8A4072-E6A8-6CB0-CE91-7CA52FF8C8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49" y="4686011"/>
            <a:ext cx="1699104" cy="169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1F9275-48F0-E3E3-9C9D-CF47B5383A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8910" y="2625437"/>
            <a:ext cx="1918856" cy="19188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40824A-DFFD-BA46-23A0-776D98AEAF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69413" y="4686011"/>
            <a:ext cx="2070058" cy="20700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9AC9D-6952-B44A-3523-66793D1B0A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3736" y="2816246"/>
            <a:ext cx="1869765" cy="186976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2CCABF-D9EF-0A79-2337-28E3ECF409F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54235" y="4815778"/>
            <a:ext cx="1810523" cy="181052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C6A135-7CF1-A8CC-1D20-4FB0CB3D7F9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2798" y="2782178"/>
            <a:ext cx="2026673" cy="202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306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BF883-11B0-84C7-81A0-8E8D6F25E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4A9A1BF-F1A0-25EC-3399-2D8D4AC1D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38485" y="273916"/>
            <a:ext cx="2518574" cy="25247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D361D4-1E67-595A-FF95-F89704A0BB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4235" y="273916"/>
            <a:ext cx="2613550" cy="27602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2938856-6F4D-33CA-E2C0-2EB86CA6C6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907" y="2507673"/>
            <a:ext cx="4076411" cy="40764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6A774A-3DFF-556C-50B0-B04E1D3F969E}"/>
              </a:ext>
            </a:extLst>
          </p:cNvPr>
          <p:cNvSpPr txBox="1"/>
          <p:nvPr/>
        </p:nvSpPr>
        <p:spPr>
          <a:xfrm>
            <a:off x="6913418" y="3144982"/>
            <a:ext cx="378229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Typical Failure Modes: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If the single cell patterns are very different from initial, some s0 parameters get fluid (&gt;5.3); this causes the training to fail (system no longer minimizes)</a:t>
            </a:r>
          </a:p>
          <a:p>
            <a:pPr marL="342900" indent="-342900">
              <a:buAutoNum type="arabicPeriod"/>
            </a:pPr>
            <a:r>
              <a:rPr lang="en-US" dirty="0"/>
              <a:t>If single cells are trained to high precision before switching, the same </a:t>
            </a:r>
            <a:r>
              <a:rPr lang="en-US"/>
              <a:t>can happen.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402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171</Words>
  <Application>Microsoft Macintosh PowerPoint</Application>
  <PresentationFormat>Widescreen</PresentationFormat>
  <Paragraphs>29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Two cell training</vt:lpstr>
      <vt:lpstr>Two cell training</vt:lpstr>
      <vt:lpstr>PowerPoint Presentation</vt:lpstr>
      <vt:lpstr>Patterns A/B, Single cell each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Shabeeb Ameen</dc:creator>
  <cp:lastModifiedBy>Shabeeb Ameen</cp:lastModifiedBy>
  <cp:revision>3</cp:revision>
  <dcterms:created xsi:type="dcterms:W3CDTF">2025-08-24T18:30:15Z</dcterms:created>
  <dcterms:modified xsi:type="dcterms:W3CDTF">2025-08-24T20:52:13Z</dcterms:modified>
</cp:coreProperties>
</file>